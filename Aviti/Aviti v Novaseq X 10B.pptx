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D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64A6F-C149-4E1A-BFD0-24C5F920C20B}" v="15" dt="2024-11-05T01:26:17.856"/>
    <p1510:client id="{D1208608-608A-494F-B109-36384196862A}" v="4" dt="2024-11-04T20:31:59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, Gio" userId="8887aad3-158a-4cff-ad0e-7fd48afadbf1" providerId="ADAL" clId="{D1208608-608A-494F-B109-36384196862A}"/>
    <pc:docChg chg="modSld">
      <pc:chgData name="Wu, Gio" userId="8887aad3-158a-4cff-ad0e-7fd48afadbf1" providerId="ADAL" clId="{D1208608-608A-494F-B109-36384196862A}" dt="2024-11-04T20:32:07.591" v="14" actId="1076"/>
      <pc:docMkLst>
        <pc:docMk/>
      </pc:docMkLst>
      <pc:sldChg chg="addSp delSp modSp mod">
        <pc:chgData name="Wu, Gio" userId="8887aad3-158a-4cff-ad0e-7fd48afadbf1" providerId="ADAL" clId="{D1208608-608A-494F-B109-36384196862A}" dt="2024-11-04T20:32:07.591" v="14" actId="1076"/>
        <pc:sldMkLst>
          <pc:docMk/>
          <pc:sldMk cId="2276602305" sldId="257"/>
        </pc:sldMkLst>
        <pc:spChg chg="add">
          <ac:chgData name="Wu, Gio" userId="8887aad3-158a-4cff-ad0e-7fd48afadbf1" providerId="ADAL" clId="{D1208608-608A-494F-B109-36384196862A}" dt="2024-11-04T20:31:15.853" v="0"/>
          <ac:spMkLst>
            <pc:docMk/>
            <pc:sldMk cId="2276602305" sldId="257"/>
            <ac:spMk id="2" creationId="{2E6BFE29-BD0D-15F0-F79B-6B511C08309A}"/>
          </ac:spMkLst>
        </pc:spChg>
        <pc:spChg chg="mod">
          <ac:chgData name="Wu, Gio" userId="8887aad3-158a-4cff-ad0e-7fd48afadbf1" providerId="ADAL" clId="{D1208608-608A-494F-B109-36384196862A}" dt="2024-11-04T20:32:02.870" v="10" actId="1076"/>
          <ac:spMkLst>
            <pc:docMk/>
            <pc:sldMk cId="2276602305" sldId="257"/>
            <ac:spMk id="10" creationId="{A7627DD2-F509-6AC2-B39C-2BC0855CEE0D}"/>
          </ac:spMkLst>
        </pc:spChg>
        <pc:picChg chg="add mod">
          <ac:chgData name="Wu, Gio" userId="8887aad3-158a-4cff-ad0e-7fd48afadbf1" providerId="ADAL" clId="{D1208608-608A-494F-B109-36384196862A}" dt="2024-11-04T20:32:05.558" v="12" actId="14100"/>
          <ac:picMkLst>
            <pc:docMk/>
            <pc:sldMk cId="2276602305" sldId="257"/>
            <ac:picMk id="4" creationId="{D80A7A73-E322-9808-DEA7-A2E3E5516BD3}"/>
          </ac:picMkLst>
        </pc:picChg>
        <pc:picChg chg="mod">
          <ac:chgData name="Wu, Gio" userId="8887aad3-158a-4cff-ad0e-7fd48afadbf1" providerId="ADAL" clId="{D1208608-608A-494F-B109-36384196862A}" dt="2024-11-04T20:32:07.591" v="14" actId="1076"/>
          <ac:picMkLst>
            <pc:docMk/>
            <pc:sldMk cId="2276602305" sldId="257"/>
            <ac:picMk id="7" creationId="{089EDD7E-E198-1F1E-6AFA-B24A556C7191}"/>
          </ac:picMkLst>
        </pc:picChg>
        <pc:picChg chg="del">
          <ac:chgData name="Wu, Gio" userId="8887aad3-158a-4cff-ad0e-7fd48afadbf1" providerId="ADAL" clId="{D1208608-608A-494F-B109-36384196862A}" dt="2024-11-04T20:31:59.701" v="8" actId="478"/>
          <ac:picMkLst>
            <pc:docMk/>
            <pc:sldMk cId="2276602305" sldId="257"/>
            <ac:picMk id="1026" creationId="{D134DFA1-891E-B078-A4C5-C9663E39E432}"/>
          </ac:picMkLst>
        </pc:picChg>
      </pc:sldChg>
    </pc:docChg>
  </pc:docChgLst>
  <pc:docChgLst>
    <pc:chgData name="Wu, Ginny" userId="8887aad3-158a-4cff-ad0e-7fd48afadbf1" providerId="ADAL" clId="{63DF9138-5785-4D7A-A2E3-D2DF97DA7D52}"/>
    <pc:docChg chg="undo custSel modSld">
      <pc:chgData name="Wu, Ginny" userId="8887aad3-158a-4cff-ad0e-7fd48afadbf1" providerId="ADAL" clId="{63DF9138-5785-4D7A-A2E3-D2DF97DA7D52}" dt="2024-10-02T00:46:33.822" v="117" actId="1076"/>
      <pc:docMkLst>
        <pc:docMk/>
      </pc:docMkLst>
      <pc:sldChg chg="modSp mod">
        <pc:chgData name="Wu, Ginny" userId="8887aad3-158a-4cff-ad0e-7fd48afadbf1" providerId="ADAL" clId="{63DF9138-5785-4D7A-A2E3-D2DF97DA7D52}" dt="2024-10-02T00:46:28.039" v="115" actId="20577"/>
        <pc:sldMkLst>
          <pc:docMk/>
          <pc:sldMk cId="146793706" sldId="256"/>
        </pc:sldMkLst>
        <pc:spChg chg="mod">
          <ac:chgData name="Wu, Ginny" userId="8887aad3-158a-4cff-ad0e-7fd48afadbf1" providerId="ADAL" clId="{63DF9138-5785-4D7A-A2E3-D2DF97DA7D52}" dt="2024-10-02T00:46:28.039" v="115" actId="20577"/>
          <ac:spMkLst>
            <pc:docMk/>
            <pc:sldMk cId="146793706" sldId="256"/>
            <ac:spMk id="2" creationId="{00603F56-BE4C-D0C1-B6D3-497E7836CF86}"/>
          </ac:spMkLst>
        </pc:spChg>
      </pc:sldChg>
      <pc:sldChg chg="addSp delSp modSp mod">
        <pc:chgData name="Wu, Ginny" userId="8887aad3-158a-4cff-ad0e-7fd48afadbf1" providerId="ADAL" clId="{63DF9138-5785-4D7A-A2E3-D2DF97DA7D52}" dt="2024-10-02T00:46:33.822" v="117" actId="1076"/>
        <pc:sldMkLst>
          <pc:docMk/>
          <pc:sldMk cId="2276602305" sldId="257"/>
        </pc:sldMkLst>
        <pc:spChg chg="del">
          <ac:chgData name="Wu, Ginny" userId="8887aad3-158a-4cff-ad0e-7fd48afadbf1" providerId="ADAL" clId="{63DF9138-5785-4D7A-A2E3-D2DF97DA7D52}" dt="2024-10-02T00:18:43.916" v="9"/>
          <ac:spMkLst>
            <pc:docMk/>
            <pc:sldMk cId="2276602305" sldId="257"/>
            <ac:spMk id="3" creationId="{C2EEDDA9-067F-0470-FD19-9978C7DD7D96}"/>
          </ac:spMkLst>
        </pc:spChg>
        <pc:spChg chg="add del">
          <ac:chgData name="Wu, Ginny" userId="8887aad3-158a-4cff-ad0e-7fd48afadbf1" providerId="ADAL" clId="{63DF9138-5785-4D7A-A2E3-D2DF97DA7D52}" dt="2024-10-02T00:14:35.745" v="3" actId="22"/>
          <ac:spMkLst>
            <pc:docMk/>
            <pc:sldMk cId="2276602305" sldId="257"/>
            <ac:spMk id="4" creationId="{11645DB7-D6A0-618F-C52F-3229A540CC62}"/>
          </ac:spMkLst>
        </pc:spChg>
        <pc:spChg chg="add del">
          <ac:chgData name="Wu, Ginny" userId="8887aad3-158a-4cff-ad0e-7fd48afadbf1" providerId="ADAL" clId="{63DF9138-5785-4D7A-A2E3-D2DF97DA7D52}" dt="2024-10-02T00:14:50.130" v="5" actId="22"/>
          <ac:spMkLst>
            <pc:docMk/>
            <pc:sldMk cId="2276602305" sldId="257"/>
            <ac:spMk id="6" creationId="{94769D15-39A9-3796-E617-6BE388BD0EAD}"/>
          </ac:spMkLst>
        </pc:spChg>
        <pc:spChg chg="add del mod">
          <ac:chgData name="Wu, Ginny" userId="8887aad3-158a-4cff-ad0e-7fd48afadbf1" providerId="ADAL" clId="{63DF9138-5785-4D7A-A2E3-D2DF97DA7D52}" dt="2024-10-02T00:14:58.267" v="8" actId="478"/>
          <ac:spMkLst>
            <pc:docMk/>
            <pc:sldMk cId="2276602305" sldId="257"/>
            <ac:spMk id="7" creationId="{2F5576D5-9ADE-53CE-5912-C7736F2130FA}"/>
          </ac:spMkLst>
        </pc:spChg>
        <pc:spChg chg="add mod">
          <ac:chgData name="Wu, Ginny" userId="8887aad3-158a-4cff-ad0e-7fd48afadbf1" providerId="ADAL" clId="{63DF9138-5785-4D7A-A2E3-D2DF97DA7D52}" dt="2024-10-02T00:46:33.822" v="117" actId="1076"/>
          <ac:spMkLst>
            <pc:docMk/>
            <pc:sldMk cId="2276602305" sldId="257"/>
            <ac:spMk id="10" creationId="{A7627DD2-F509-6AC2-B39C-2BC0855CEE0D}"/>
          </ac:spMkLst>
        </pc:spChg>
        <pc:picChg chg="add mod">
          <ac:chgData name="Wu, Ginny" userId="8887aad3-158a-4cff-ad0e-7fd48afadbf1" providerId="ADAL" clId="{63DF9138-5785-4D7A-A2E3-D2DF97DA7D52}" dt="2024-10-02T00:46:31.708" v="116" actId="1076"/>
          <ac:picMkLst>
            <pc:docMk/>
            <pc:sldMk cId="2276602305" sldId="257"/>
            <ac:picMk id="9" creationId="{11675737-665F-6DFD-BB93-9A30FFA55BAA}"/>
          </ac:picMkLst>
        </pc:picChg>
      </pc:sldChg>
    </pc:docChg>
  </pc:docChgLst>
  <pc:docChgLst>
    <pc:chgData name="Wu, Ginny" userId="8887aad3-158a-4cff-ad0e-7fd48afadbf1" providerId="ADAL" clId="{8F2ED8AE-5776-4936-B92E-28C7A55ACF17}"/>
    <pc:docChg chg="custSel modSld">
      <pc:chgData name="Wu, Ginny" userId="8887aad3-158a-4cff-ad0e-7fd48afadbf1" providerId="ADAL" clId="{8F2ED8AE-5776-4936-B92E-28C7A55ACF17}" dt="2024-10-04T02:38:12.758" v="21" actId="1076"/>
      <pc:docMkLst>
        <pc:docMk/>
      </pc:docMkLst>
      <pc:sldChg chg="addSp delSp modSp mod">
        <pc:chgData name="Wu, Ginny" userId="8887aad3-158a-4cff-ad0e-7fd48afadbf1" providerId="ADAL" clId="{8F2ED8AE-5776-4936-B92E-28C7A55ACF17}" dt="2024-10-04T02:38:12.758" v="21" actId="1076"/>
        <pc:sldMkLst>
          <pc:docMk/>
          <pc:sldMk cId="2276602305" sldId="257"/>
        </pc:sldMkLst>
        <pc:spChg chg="add del mod">
          <ac:chgData name="Wu, Ginny" userId="8887aad3-158a-4cff-ad0e-7fd48afadbf1" providerId="ADAL" clId="{8F2ED8AE-5776-4936-B92E-28C7A55ACF17}" dt="2024-10-04T02:37:17.854" v="1"/>
          <ac:spMkLst>
            <pc:docMk/>
            <pc:sldMk cId="2276602305" sldId="257"/>
            <ac:spMk id="3" creationId="{C3F1EAEB-6B56-9895-81B3-C0A1C4E2F669}"/>
          </ac:spMkLst>
        </pc:spChg>
        <pc:spChg chg="add mod">
          <ac:chgData name="Wu, Ginny" userId="8887aad3-158a-4cff-ad0e-7fd48afadbf1" providerId="ADAL" clId="{8F2ED8AE-5776-4936-B92E-28C7A55ACF17}" dt="2024-10-04T02:38:12.758" v="21" actId="1076"/>
          <ac:spMkLst>
            <pc:docMk/>
            <pc:sldMk cId="2276602305" sldId="257"/>
            <ac:spMk id="11" creationId="{4A0FD315-9734-C694-206E-C84C00D2E1D4}"/>
          </ac:spMkLst>
        </pc:spChg>
        <pc:picChg chg="add del mod">
          <ac:chgData name="Wu, Ginny" userId="8887aad3-158a-4cff-ad0e-7fd48afadbf1" providerId="ADAL" clId="{8F2ED8AE-5776-4936-B92E-28C7A55ACF17}" dt="2024-10-04T02:37:25.309" v="9" actId="478"/>
          <ac:picMkLst>
            <pc:docMk/>
            <pc:sldMk cId="2276602305" sldId="257"/>
            <ac:picMk id="5" creationId="{B56349D6-96DC-B07B-AF22-3A20268A7F6F}"/>
          </ac:picMkLst>
        </pc:picChg>
        <pc:picChg chg="add mod">
          <ac:chgData name="Wu, Ginny" userId="8887aad3-158a-4cff-ad0e-7fd48afadbf1" providerId="ADAL" clId="{8F2ED8AE-5776-4936-B92E-28C7A55ACF17}" dt="2024-10-04T02:38:08.762" v="20" actId="1076"/>
          <ac:picMkLst>
            <pc:docMk/>
            <pc:sldMk cId="2276602305" sldId="257"/>
            <ac:picMk id="7" creationId="{089EDD7E-E198-1F1E-6AFA-B24A556C7191}"/>
          </ac:picMkLst>
        </pc:picChg>
        <pc:picChg chg="del">
          <ac:chgData name="Wu, Ginny" userId="8887aad3-158a-4cff-ad0e-7fd48afadbf1" providerId="ADAL" clId="{8F2ED8AE-5776-4936-B92E-28C7A55ACF17}" dt="2024-10-04T02:37:15.198" v="0" actId="478"/>
          <ac:picMkLst>
            <pc:docMk/>
            <pc:sldMk cId="2276602305" sldId="257"/>
            <ac:picMk id="9" creationId="{11675737-665F-6DFD-BB93-9A30FFA55BAA}"/>
          </ac:picMkLst>
        </pc:picChg>
        <pc:picChg chg="add mod">
          <ac:chgData name="Wu, Ginny" userId="8887aad3-158a-4cff-ad0e-7fd48afadbf1" providerId="ADAL" clId="{8F2ED8AE-5776-4936-B92E-28C7A55ACF17}" dt="2024-10-04T02:38:07.484" v="19" actId="1076"/>
          <ac:picMkLst>
            <pc:docMk/>
            <pc:sldMk cId="2276602305" sldId="257"/>
            <ac:picMk id="1026" creationId="{D134DFA1-891E-B078-A4C5-C9663E39E432}"/>
          </ac:picMkLst>
        </pc:picChg>
      </pc:sldChg>
    </pc:docChg>
  </pc:docChgLst>
  <pc:docChgLst>
    <pc:chgData name="Wu, Gio" userId="8887aad3-158a-4cff-ad0e-7fd48afadbf1" providerId="ADAL" clId="{1CA64A6F-C149-4E1A-BFD0-24C5F920C20B}"/>
    <pc:docChg chg="undo custSel modSld">
      <pc:chgData name="Wu, Gio" userId="8887aad3-158a-4cff-ad0e-7fd48afadbf1" providerId="ADAL" clId="{1CA64A6F-C149-4E1A-BFD0-24C5F920C20B}" dt="2024-11-05T01:28:12.474" v="735" actId="20577"/>
      <pc:docMkLst>
        <pc:docMk/>
      </pc:docMkLst>
      <pc:sldChg chg="addSp delSp modSp mod modNotesTx">
        <pc:chgData name="Wu, Gio" userId="8887aad3-158a-4cff-ad0e-7fd48afadbf1" providerId="ADAL" clId="{1CA64A6F-C149-4E1A-BFD0-24C5F920C20B}" dt="2024-11-04T23:58:26.350" v="213" actId="20577"/>
        <pc:sldMkLst>
          <pc:docMk/>
          <pc:sldMk cId="146793706" sldId="256"/>
        </pc:sldMkLst>
        <pc:spChg chg="mod">
          <ac:chgData name="Wu, Gio" userId="8887aad3-158a-4cff-ad0e-7fd48afadbf1" providerId="ADAL" clId="{1CA64A6F-C149-4E1A-BFD0-24C5F920C20B}" dt="2024-11-04T23:58:14.376" v="161" actId="20577"/>
          <ac:spMkLst>
            <pc:docMk/>
            <pc:sldMk cId="146793706" sldId="256"/>
            <ac:spMk id="2" creationId="{00603F56-BE4C-D0C1-B6D3-497E7836CF86}"/>
          </ac:spMkLst>
        </pc:spChg>
        <pc:spChg chg="del mod">
          <ac:chgData name="Wu, Gio" userId="8887aad3-158a-4cff-ad0e-7fd48afadbf1" providerId="ADAL" clId="{1CA64A6F-C149-4E1A-BFD0-24C5F920C20B}" dt="2024-11-04T23:58:17.573" v="162" actId="478"/>
          <ac:spMkLst>
            <pc:docMk/>
            <pc:sldMk cId="146793706" sldId="256"/>
            <ac:spMk id="3" creationId="{7AE42647-ADE3-1AA4-7502-36DA9F57CC99}"/>
          </ac:spMkLst>
        </pc:spChg>
        <pc:spChg chg="add mod">
          <ac:chgData name="Wu, Gio" userId="8887aad3-158a-4cff-ad0e-7fd48afadbf1" providerId="ADAL" clId="{1CA64A6F-C149-4E1A-BFD0-24C5F920C20B}" dt="2024-11-04T23:58:17.573" v="162" actId="478"/>
          <ac:spMkLst>
            <pc:docMk/>
            <pc:sldMk cId="146793706" sldId="256"/>
            <ac:spMk id="5" creationId="{BD0A24B1-08B0-7AB1-DB02-018767F7E78D}"/>
          </ac:spMkLst>
        </pc:spChg>
      </pc:sldChg>
      <pc:sldChg chg="addSp delSp modSp mod modNotesTx">
        <pc:chgData name="Wu, Gio" userId="8887aad3-158a-4cff-ad0e-7fd48afadbf1" providerId="ADAL" clId="{1CA64A6F-C149-4E1A-BFD0-24C5F920C20B}" dt="2024-11-05T01:28:12.474" v="735" actId="20577"/>
        <pc:sldMkLst>
          <pc:docMk/>
          <pc:sldMk cId="2276602305" sldId="257"/>
        </pc:sldMkLst>
        <pc:spChg chg="add mod">
          <ac:chgData name="Wu, Gio" userId="8887aad3-158a-4cff-ad0e-7fd48afadbf1" providerId="ADAL" clId="{1CA64A6F-C149-4E1A-BFD0-24C5F920C20B}" dt="2024-11-05T01:21:58.060" v="391" actId="14100"/>
          <ac:spMkLst>
            <pc:docMk/>
            <pc:sldMk cId="2276602305" sldId="257"/>
            <ac:spMk id="4" creationId="{4C83CA50-5CBB-2293-9778-8A543BE63C3A}"/>
          </ac:spMkLst>
        </pc:spChg>
        <pc:spChg chg="add mod">
          <ac:chgData name="Wu, Gio" userId="8887aad3-158a-4cff-ad0e-7fd48afadbf1" providerId="ADAL" clId="{1CA64A6F-C149-4E1A-BFD0-24C5F920C20B}" dt="2024-11-05T01:28:01.350" v="723" actId="207"/>
          <ac:spMkLst>
            <pc:docMk/>
            <pc:sldMk cId="2276602305" sldId="257"/>
            <ac:spMk id="5" creationId="{177ED60E-DD3F-4078-80B7-8A4CF4E35B3B}"/>
          </ac:spMkLst>
        </pc:spChg>
        <pc:spChg chg="add del mod">
          <ac:chgData name="Wu, Gio" userId="8887aad3-158a-4cff-ad0e-7fd48afadbf1" providerId="ADAL" clId="{1CA64A6F-C149-4E1A-BFD0-24C5F920C20B}" dt="2024-11-05T00:42:12.599" v="352" actId="478"/>
          <ac:spMkLst>
            <pc:docMk/>
            <pc:sldMk cId="2276602305" sldId="257"/>
            <ac:spMk id="6" creationId="{5071A9B2-B18A-7AA6-5314-4AF5DF71A3F5}"/>
          </ac:spMkLst>
        </pc:spChg>
        <pc:spChg chg="add mod">
          <ac:chgData name="Wu, Gio" userId="8887aad3-158a-4cff-ad0e-7fd48afadbf1" providerId="ADAL" clId="{1CA64A6F-C149-4E1A-BFD0-24C5F920C20B}" dt="2024-11-05T01:27:54.882" v="722" actId="1076"/>
          <ac:spMkLst>
            <pc:docMk/>
            <pc:sldMk cId="2276602305" sldId="257"/>
            <ac:spMk id="6" creationId="{B5C5F954-39EB-CA43-9420-891227F88B9A}"/>
          </ac:spMkLst>
        </pc:spChg>
        <pc:spChg chg="add del mod">
          <ac:chgData name="Wu, Gio" userId="8887aad3-158a-4cff-ad0e-7fd48afadbf1" providerId="ADAL" clId="{1CA64A6F-C149-4E1A-BFD0-24C5F920C20B}" dt="2024-11-05T01:21:31.436" v="385" actId="478"/>
          <ac:spMkLst>
            <pc:docMk/>
            <pc:sldMk cId="2276602305" sldId="257"/>
            <ac:spMk id="7" creationId="{17A3568B-6EDC-F54A-2794-04E6FD7A953A}"/>
          </ac:spMkLst>
        </pc:spChg>
        <pc:spChg chg="add del mod">
          <ac:chgData name="Wu, Gio" userId="8887aad3-158a-4cff-ad0e-7fd48afadbf1" providerId="ADAL" clId="{1CA64A6F-C149-4E1A-BFD0-24C5F920C20B}" dt="2024-11-05T00:42:12.599" v="352" actId="478"/>
          <ac:spMkLst>
            <pc:docMk/>
            <pc:sldMk cId="2276602305" sldId="257"/>
            <ac:spMk id="8" creationId="{04A78402-C001-6DFB-EA52-83C980D94A68}"/>
          </ac:spMkLst>
        </pc:spChg>
        <pc:spChg chg="add mod">
          <ac:chgData name="Wu, Gio" userId="8887aad3-158a-4cff-ad0e-7fd48afadbf1" providerId="ADAL" clId="{1CA64A6F-C149-4E1A-BFD0-24C5F920C20B}" dt="2024-11-05T01:22:46.435" v="400" actId="207"/>
          <ac:spMkLst>
            <pc:docMk/>
            <pc:sldMk cId="2276602305" sldId="257"/>
            <ac:spMk id="8" creationId="{AA2C229F-BFE6-FBD1-FA86-05C0B4248AA2}"/>
          </ac:spMkLst>
        </pc:spChg>
        <pc:spChg chg="add del mod">
          <ac:chgData name="Wu, Gio" userId="8887aad3-158a-4cff-ad0e-7fd48afadbf1" providerId="ADAL" clId="{1CA64A6F-C149-4E1A-BFD0-24C5F920C20B}" dt="2024-11-05T00:42:12.599" v="352" actId="478"/>
          <ac:spMkLst>
            <pc:docMk/>
            <pc:sldMk cId="2276602305" sldId="257"/>
            <ac:spMk id="9" creationId="{32053FEB-A0FD-8793-7029-F3F155897D65}"/>
          </ac:spMkLst>
        </pc:spChg>
        <pc:spChg chg="add">
          <ac:chgData name="Wu, Gio" userId="8887aad3-158a-4cff-ad0e-7fd48afadbf1" providerId="ADAL" clId="{1CA64A6F-C149-4E1A-BFD0-24C5F920C20B}" dt="2024-11-05T01:25:58.700" v="627"/>
          <ac:spMkLst>
            <pc:docMk/>
            <pc:sldMk cId="2276602305" sldId="257"/>
            <ac:spMk id="9" creationId="{A27397A0-642C-85E2-D73F-BBAE43C0420E}"/>
          </ac:spMkLst>
        </pc:spChg>
        <pc:spChg chg="mod">
          <ac:chgData name="Wu, Gio" userId="8887aad3-158a-4cff-ad0e-7fd48afadbf1" providerId="ADAL" clId="{1CA64A6F-C149-4E1A-BFD0-24C5F920C20B}" dt="2024-11-05T01:28:12.474" v="735" actId="20577"/>
          <ac:spMkLst>
            <pc:docMk/>
            <pc:sldMk cId="2276602305" sldId="257"/>
            <ac:spMk id="10" creationId="{A7627DD2-F509-6AC2-B39C-2BC0855CEE0D}"/>
          </ac:spMkLst>
        </pc:spChg>
        <pc:spChg chg="del">
          <ac:chgData name="Wu, Gio" userId="8887aad3-158a-4cff-ad0e-7fd48afadbf1" providerId="ADAL" clId="{1CA64A6F-C149-4E1A-BFD0-24C5F920C20B}" dt="2024-11-04T19:39:42.899" v="0" actId="478"/>
          <ac:spMkLst>
            <pc:docMk/>
            <pc:sldMk cId="2276602305" sldId="257"/>
            <ac:spMk id="11" creationId="{4A0FD315-9734-C694-206E-C84C00D2E1D4}"/>
          </ac:spMkLst>
        </pc:spChg>
        <pc:spChg chg="add del">
          <ac:chgData name="Wu, Gio" userId="8887aad3-158a-4cff-ad0e-7fd48afadbf1" providerId="ADAL" clId="{1CA64A6F-C149-4E1A-BFD0-24C5F920C20B}" dt="2024-11-05T01:26:17.856" v="651" actId="478"/>
          <ac:spMkLst>
            <pc:docMk/>
            <pc:sldMk cId="2276602305" sldId="257"/>
            <ac:spMk id="11" creationId="{6449A878-A5E3-245C-6BB8-86ED2A6C5D5F}"/>
          </ac:spMkLst>
        </pc:spChg>
        <pc:picChg chg="add mod ord">
          <ac:chgData name="Wu, Gio" userId="8887aad3-158a-4cff-ad0e-7fd48afadbf1" providerId="ADAL" clId="{1CA64A6F-C149-4E1A-BFD0-24C5F920C20B}" dt="2024-11-05T01:21:13.069" v="376" actId="171"/>
          <ac:picMkLst>
            <pc:docMk/>
            <pc:sldMk cId="2276602305" sldId="257"/>
            <ac:picMk id="3" creationId="{1185C86F-82F5-1C12-704E-B2D8CBE07C82}"/>
          </ac:picMkLst>
        </pc:picChg>
        <pc:picChg chg="add del mod modCrop">
          <ac:chgData name="Wu, Gio" userId="8887aad3-158a-4cff-ad0e-7fd48afadbf1" providerId="ADAL" clId="{1CA64A6F-C149-4E1A-BFD0-24C5F920C20B}" dt="2024-11-05T00:38:45.057" v="346" actId="478"/>
          <ac:picMkLst>
            <pc:docMk/>
            <pc:sldMk cId="2276602305" sldId="257"/>
            <ac:picMk id="3" creationId="{1475F0AD-378F-71ED-A091-8A44DBF5FE91}"/>
          </ac:picMkLst>
        </pc:picChg>
        <pc:picChg chg="del">
          <ac:chgData name="Wu, Gio" userId="8887aad3-158a-4cff-ad0e-7fd48afadbf1" providerId="ADAL" clId="{1CA64A6F-C149-4E1A-BFD0-24C5F920C20B}" dt="2024-11-04T23:49:17.939" v="1" actId="478"/>
          <ac:picMkLst>
            <pc:docMk/>
            <pc:sldMk cId="2276602305" sldId="257"/>
            <ac:picMk id="4" creationId="{D80A7A73-E322-9808-DEA7-A2E3E5516BD3}"/>
          </ac:picMkLst>
        </pc:picChg>
        <pc:picChg chg="add del mod ord modCrop">
          <ac:chgData name="Wu, Gio" userId="8887aad3-158a-4cff-ad0e-7fd48afadbf1" providerId="ADAL" clId="{1CA64A6F-C149-4E1A-BFD0-24C5F920C20B}" dt="2024-11-05T00:53:17.123" v="359" actId="478"/>
          <ac:picMkLst>
            <pc:docMk/>
            <pc:sldMk cId="2276602305" sldId="257"/>
            <ac:picMk id="4" creationId="{F2A4E13B-6188-CCCB-BAC3-CE62A708A1CB}"/>
          </ac:picMkLst>
        </pc:picChg>
        <pc:picChg chg="del">
          <ac:chgData name="Wu, Gio" userId="8887aad3-158a-4cff-ad0e-7fd48afadbf1" providerId="ADAL" clId="{1CA64A6F-C149-4E1A-BFD0-24C5F920C20B}" dt="2024-11-04T23:49:18.942" v="2" actId="478"/>
          <ac:picMkLst>
            <pc:docMk/>
            <pc:sldMk cId="2276602305" sldId="257"/>
            <ac:picMk id="7" creationId="{089EDD7E-E198-1F1E-6AFA-B24A556C7191}"/>
          </ac:picMkLst>
        </pc:picChg>
        <pc:picChg chg="add del mod">
          <ac:chgData name="Wu, Gio" userId="8887aad3-158a-4cff-ad0e-7fd48afadbf1" providerId="ADAL" clId="{1CA64A6F-C149-4E1A-BFD0-24C5F920C20B}" dt="2024-11-05T00:59:04.372" v="363" actId="478"/>
          <ac:picMkLst>
            <pc:docMk/>
            <pc:sldMk cId="2276602305" sldId="257"/>
            <ac:picMk id="12" creationId="{E7959D92-4AD1-ACDB-CB0D-59BDC31C2D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B78460-00AC-413F-A5A2-433F704863DB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D2CEB-F526-4B4E-98AA-7BE1761A6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6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2CEB-F526-4B4E-98AA-7BE1761A68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9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2CEB-F526-4B4E-98AA-7BE1761A68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0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10F6-E97E-AC29-6ABA-B72671FAF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C9965-866A-AC11-C178-92E3B9172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A065F-03E2-CA8C-4AD9-BE6C454D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BA8F-20EC-D6F2-5D06-A4C477B2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F3EED-BA4C-6E58-C4A7-784A543F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9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316C-8D3D-ED9D-13EF-F34EA1BD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96415-751B-8F2F-7887-953DB9EF6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C8A5B-61A2-46F9-790E-F7D5B11C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5A61D-2BAC-34EE-FC55-7B63C59D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34439-775B-5B15-08F3-9A7A631A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41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FBA5-C546-980C-6DCB-8270E4B6C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5FB2D-3ED9-8C2E-FC23-6B7275707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61FC-9BDE-747B-9038-779ECAD3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2B423-88D4-0687-173C-B8317F42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1D89B-711D-DE94-EBEF-8096C5D2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1FE3-FA9B-E221-C9D5-F06DCAA9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AFC16-E3DC-77E3-6E07-E52D204AA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EEB0C-B7F3-30FF-1357-9906BC304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794F5-0B2C-60FF-8F20-38C5CB7B4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21469-F0EA-5603-DDD2-70AD8C05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247DD-218C-99B9-171D-808F047C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1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2FC7-5C87-7D71-DF8D-79AF4EFF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869A-6B31-40AC-1BE7-2E62117EA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5E56A-0408-05B2-992C-C71981F15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00DA8-D6AF-360D-1C5D-5FBDA198A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79EF2-815F-2661-99A9-BA8815BFD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6D1A2-2BD8-1426-25A3-EC79A75C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6C02E-0992-406A-7E27-BB965E7A2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48713-55FB-25CC-14C6-D40ABD65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28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BFDE-4C63-5FED-2DF6-FB74D777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20218-7609-C430-6412-B241C4B8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4D780-CF87-120E-3EC4-BE3409B2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82DB3-4F40-03A0-1CD2-5BA42DD5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8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D7F7C2-4634-0276-21B1-0B095286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0A359-C613-8BC9-D3A0-099885F1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1D3CE-A2B3-3982-8CED-ADE1388C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42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E7C3-139D-63C2-B0DD-B56B3819A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19AD-2458-C7B4-40DE-03F009255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FB19-2273-5DAD-FE1C-5718C3D75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0B9E5-D7BD-8725-17AF-9144BC5E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87C5-AF2D-16C6-74E4-D92A51FD9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8069D-98F1-47EE-CCF7-02FE1D0F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3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1468-7ED9-91C4-D331-44170EBF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C5E35-102C-D51F-C4FB-42F2B972E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65962-68FE-3F83-7CB2-5C3DAA25E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8B0AA-A66D-89CC-DC49-BF4E039F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6B205-108F-59B2-078E-167C1A7D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C6CB6-92A0-A0A3-6BA8-B5A01326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9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AA73-78ED-136C-6A66-6A9366E91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6E7F9-719B-ABA2-3867-927D44C9A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D5BB8-A9A3-1FDB-AE48-9DA51DCA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6A482-858D-D610-983C-F3AC7719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79BB9-35A8-A8C2-8245-5B3E1AB9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1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318E54-366E-5CB1-16C1-1B609E038B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00DAB-0E84-0C62-496B-1EBB41E78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245CE-757C-845D-5DED-4B305129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0EBCE-60BB-5750-743B-792061AA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0C4CF-ACD6-B80E-1580-E5D5DA88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0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A79F6-DAE9-CE21-F8F3-7A43526C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DD5AB-8B3D-6A53-C40A-60311B745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85BB7-EEB8-5CC5-9927-2032296FE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5B521-E180-4C39-B657-4002119B700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72117-28BD-68F9-F57C-56368BB54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456F-2F84-993B-8AF5-D926690F7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46EA9-2509-4663-A5D0-D3882491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5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03F56-BE4C-D0C1-B6D3-497E7836CF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C35 </a:t>
            </a:r>
            <a:r>
              <a:rPr lang="en-US" dirty="0" err="1"/>
              <a:t>Aviti</a:t>
            </a:r>
            <a:r>
              <a:rPr lang="en-US" dirty="0"/>
              <a:t> vs </a:t>
            </a:r>
            <a:r>
              <a:rPr lang="en-US" dirty="0" err="1"/>
              <a:t>Novaseq</a:t>
            </a:r>
            <a:r>
              <a:rPr lang="en-US" dirty="0"/>
              <a:t> X 10B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0A24B1-08B0-7AB1-DB02-018767F7E7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1185C86F-82F5-1C12-704E-B2D8CBE07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627DD2-F509-6AC2-B39C-2BC0855CEE0D}"/>
              </a:ext>
            </a:extLst>
          </p:cNvPr>
          <p:cNvSpPr txBox="1"/>
          <p:nvPr/>
        </p:nvSpPr>
        <p:spPr>
          <a:xfrm>
            <a:off x="613079" y="804125"/>
            <a:ext cx="46132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Aviti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sequencer: 250M reads (orange)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Novaseq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 10B: 1.5B reads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Default cell calling (blue)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Exact cell calling (green)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Novaseq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 25B: 1.3B reads (purple)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ASIP, LINC01237,  and RGS6 no expression at all in any blood cell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NUP155 and SYPL1 minimal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expresssion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RORA: only in T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7ED60E-DD3F-4078-80B7-8A4CF4E35B3B}"/>
              </a:ext>
            </a:extLst>
          </p:cNvPr>
          <p:cNvSpPr/>
          <p:nvPr/>
        </p:nvSpPr>
        <p:spPr>
          <a:xfrm>
            <a:off x="5746459" y="92277"/>
            <a:ext cx="1212038" cy="4546835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3CA50-5CBB-2293-9778-8A543BE63C3A}"/>
              </a:ext>
            </a:extLst>
          </p:cNvPr>
          <p:cNvSpPr/>
          <p:nvPr/>
        </p:nvSpPr>
        <p:spPr>
          <a:xfrm>
            <a:off x="6958496" y="92277"/>
            <a:ext cx="2370061" cy="4546835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5F954-39EB-CA43-9420-891227F88B9A}"/>
              </a:ext>
            </a:extLst>
          </p:cNvPr>
          <p:cNvSpPr/>
          <p:nvPr/>
        </p:nvSpPr>
        <p:spPr>
          <a:xfrm>
            <a:off x="9328558" y="92277"/>
            <a:ext cx="1593908" cy="4546835"/>
          </a:xfrm>
          <a:prstGeom prst="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2C229F-BFE6-FBD1-FA86-05C0B4248AA2}"/>
              </a:ext>
            </a:extLst>
          </p:cNvPr>
          <p:cNvSpPr/>
          <p:nvPr/>
        </p:nvSpPr>
        <p:spPr>
          <a:xfrm>
            <a:off x="10922465" y="92277"/>
            <a:ext cx="412459" cy="4546835"/>
          </a:xfrm>
          <a:prstGeom prst="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0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68</Words>
  <Application>Microsoft Office PowerPoint</Application>
  <PresentationFormat>Widescreen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C35 Aviti vs Novaseq X 10B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Ginny</dc:creator>
  <cp:lastModifiedBy>Gio Wu</cp:lastModifiedBy>
  <cp:revision>1</cp:revision>
  <dcterms:created xsi:type="dcterms:W3CDTF">2024-10-01T22:49:42Z</dcterms:created>
  <dcterms:modified xsi:type="dcterms:W3CDTF">2024-11-05T01:28:14Z</dcterms:modified>
</cp:coreProperties>
</file>